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02920"/>
            <a:ext cx="914400" cy="914400"/>
          </a:xfrm>
          <a:prstGeom prst="ellipse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1143000"/>
            <a:ext cx="502920" cy="502920"/>
          </a:xfrm>
          <a:prstGeom prst="ellipse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0" y="1417320"/>
            <a:ext cx="320040" cy="320040"/>
          </a:xfrm>
          <a:prstGeom prst="ellipse">
            <a:avLst/>
          </a:prstGeom>
          <a:solidFill>
            <a:srgbClr val="EC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658368"/>
            <a:ext cx="1417320" cy="347472"/>
          </a:xfrm>
          <a:prstGeom prst="round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C"/>
                </a:solidFill>
              </a:defRPr>
            </a:pPr>
            <a:r>
              <a:t>PROJECT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8869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5F7FC"/>
                </a:solidFill>
              </a:defRPr>
            </a:pPr>
            <a:r>
              <a:t>ComicCraft</a:t>
            </a:r>
          </a:p>
          <a:p>
            <a:pPr>
              <a:defRPr sz="2400">
                <a:solidFill>
                  <a:srgbClr val="3EC9B4"/>
                </a:solidFill>
              </a:defRPr>
            </a:pPr>
            <a:r>
              <a:t>AI Comic Story Creator using Gemini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632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2BBD2"/>
                </a:solidFill>
              </a:defRPr>
            </a:pPr>
            <a:r>
              <a:t>An end-to-end web application that transforms a simple story prompt into a multi-panel illustrated comic and downloadable PDF.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00600"/>
            <a:ext cx="2926080" cy="96012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4800600"/>
            <a:ext cx="73152" cy="96012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496519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AI Storytelling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5458968"/>
            <a:ext cx="2514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Gemini Flash / Pro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4800600"/>
            <a:ext cx="2926080" cy="96012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4800600"/>
            <a:ext cx="73152" cy="96012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496519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Visual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458968"/>
            <a:ext cx="2514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Stable Diffusion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4800600"/>
            <a:ext cx="2926080" cy="96012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22592" y="4800600"/>
            <a:ext cx="73152" cy="960120"/>
          </a:xfrm>
          <a:prstGeom prst="rect">
            <a:avLst/>
          </a:prstGeom>
          <a:solidFill>
            <a:srgbClr val="EC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496519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Web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5458968"/>
            <a:ext cx="2514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FastAPI + Jinja2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What ComicCraft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Generates personalized comic stories from user-provided prompts.</a:t>
            </a:r>
          </a:p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Creates a structured panel-by-panel outline with narration and dialogue.</a:t>
            </a:r>
          </a:p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Generates matching comic-style illustrations automatically.</a:t>
            </a:r>
          </a:p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Shows the complete comic in a browser preview.</a:t>
            </a:r>
          </a:p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Exports the finished story as a professionally formatted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566160" cy="114300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508760"/>
            <a:ext cx="73152" cy="1143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73351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67128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Story prompt • character • setting • tone • art style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880360"/>
            <a:ext cx="3566160" cy="114300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2880360"/>
            <a:ext cx="73152" cy="1143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044952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538728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Gemini → image generation → layout → 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251960"/>
            <a:ext cx="3566160" cy="114300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4251960"/>
            <a:ext cx="73152" cy="1143000"/>
          </a:xfrm>
          <a:prstGeom prst="rect">
            <a:avLst/>
          </a:prstGeom>
          <a:solidFill>
            <a:srgbClr val="EC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416552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910328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Comic preview + downloadable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Key goals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178308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78308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Automate storytelling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7548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Turn a short idea into a coherent comic narrative.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00200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BBD2"/>
                </a:solidFill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17320"/>
            <a:ext cx="5166360" cy="178308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417320"/>
            <a:ext cx="73152" cy="178308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58191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Generate visuals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075688"/>
            <a:ext cx="47548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Create scene illustrations from AI-generated image prompts.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1600200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BBD2"/>
                </a:solidFill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166360" cy="178308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73152" cy="1783080"/>
          </a:xfrm>
          <a:prstGeom prst="rect">
            <a:avLst/>
          </a:prstGeom>
          <a:solidFill>
            <a:srgbClr val="EC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Simplify 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24528"/>
            <a:ext cx="47548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Provide a beginner-friendly form and preview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749040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BBD2"/>
                </a:solidFill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566160"/>
            <a:ext cx="5166360" cy="178308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566160"/>
            <a:ext cx="73152" cy="178308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73075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Export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4224528"/>
            <a:ext cx="47548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Compile panels, captions and narration into a PDF.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3749040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BBD2"/>
                </a:solidFill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High-level system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508760" cy="1874519"/>
          </a:xfrm>
          <a:prstGeom prst="roundRect">
            <a:avLst/>
          </a:prstGeom>
          <a:solidFill>
            <a:srgbClr val="1C213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C"/>
                </a:solidFill>
              </a:defRPr>
            </a:pPr>
            <a:r>
              <a:t>User Input</a:t>
            </a:r>
          </a:p>
          <a:p>
            <a:pPr algn="ctr">
              <a:defRPr sz="950">
                <a:solidFill>
                  <a:srgbClr val="B2BBD2"/>
                </a:solidFill>
              </a:defRPr>
            </a:pPr>
            <a:r>
              <a:t>index.html</a:t>
            </a:r>
            <a:br/>
            <a:r>
              <a:t>Story + preferences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2761488"/>
            <a:ext cx="411480" cy="320040"/>
          </a:xfrm>
          <a:prstGeom prst="rightArrow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4600" y="2057400"/>
            <a:ext cx="1508760" cy="1874519"/>
          </a:xfrm>
          <a:prstGeom prst="roundRect">
            <a:avLst/>
          </a:prstGeom>
          <a:solidFill>
            <a:srgbClr val="1C2138"/>
          </a:solidFill>
          <a:ln>
            <a:solidFill>
              <a:srgbClr val="3E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C"/>
                </a:solidFill>
              </a:defRPr>
            </a:pPr>
            <a:r>
              <a:t>FastAPI</a:t>
            </a:r>
          </a:p>
          <a:p>
            <a:pPr algn="ctr">
              <a:defRPr sz="950">
                <a:solidFill>
                  <a:srgbClr val="B2BBD2"/>
                </a:solidFill>
              </a:defRPr>
            </a:pPr>
            <a:r>
              <a:t>routes.py</a:t>
            </a:r>
            <a:br/>
            <a:r>
              <a:t>Request handling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9080" y="2761488"/>
            <a:ext cx="411480" cy="320040"/>
          </a:xfrm>
          <a:prstGeom prst="rightArrow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1508760" cy="1874519"/>
          </a:xfrm>
          <a:prstGeom prst="roundRect">
            <a:avLst/>
          </a:prstGeom>
          <a:solidFill>
            <a:srgbClr val="1C213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C"/>
                </a:solidFill>
              </a:defRPr>
            </a:pPr>
            <a:r>
              <a:t>Gemini</a:t>
            </a:r>
          </a:p>
          <a:p>
            <a:pPr algn="ctr">
              <a:defRPr sz="950">
                <a:solidFill>
                  <a:srgbClr val="B2BBD2"/>
                </a:solidFill>
              </a:defRPr>
            </a:pPr>
            <a:r>
              <a:t>generate_outline()</a:t>
            </a:r>
            <a:br/>
            <a:r>
              <a:t>generate_story()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9320" y="2761488"/>
            <a:ext cx="411480" cy="320040"/>
          </a:xfrm>
          <a:prstGeom prst="rightArrow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2057400"/>
            <a:ext cx="1508760" cy="1874519"/>
          </a:xfrm>
          <a:prstGeom prst="roundRect">
            <a:avLst/>
          </a:prstGeom>
          <a:solidFill>
            <a:srgbClr val="1C2138"/>
          </a:solidFill>
          <a:ln>
            <a:solidFill>
              <a:srgbClr val="3E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C"/>
                </a:solidFill>
              </a:defRPr>
            </a:pPr>
            <a:r>
              <a:t>Image AI</a:t>
            </a:r>
          </a:p>
          <a:p>
            <a:pPr algn="ctr">
              <a:defRPr sz="950">
                <a:solidFill>
                  <a:srgbClr val="B2BBD2"/>
                </a:solidFill>
              </a:defRPr>
            </a:pPr>
            <a:r>
              <a:t>Stable Diffusion</a:t>
            </a:r>
            <a:br/>
            <a:r>
              <a:t>panel illustrations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60" y="2761488"/>
            <a:ext cx="411480" cy="320040"/>
          </a:xfrm>
          <a:prstGeom prst="rightArrow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2057400"/>
            <a:ext cx="1508760" cy="1874519"/>
          </a:xfrm>
          <a:prstGeom prst="roundRect">
            <a:avLst/>
          </a:prstGeom>
          <a:solidFill>
            <a:srgbClr val="1C213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C"/>
                </a:solidFill>
              </a:defRPr>
            </a:pPr>
            <a:r>
              <a:t>Layout</a:t>
            </a:r>
          </a:p>
          <a:p>
            <a:pPr algn="ctr">
              <a:defRPr sz="950">
                <a:solidFill>
                  <a:srgbClr val="B2BBD2"/>
                </a:solidFill>
              </a:defRPr>
            </a:pPr>
            <a:r>
              <a:t>build_comic_layout()</a:t>
            </a:r>
            <a:br/>
            <a:r>
              <a:t>structured panels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9800" y="2761488"/>
            <a:ext cx="411480" cy="320040"/>
          </a:xfrm>
          <a:prstGeom prst="rightArrow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60" y="2057400"/>
            <a:ext cx="1508760" cy="1874519"/>
          </a:xfrm>
          <a:prstGeom prst="roundRect">
            <a:avLst/>
          </a:prstGeom>
          <a:solidFill>
            <a:srgbClr val="1C2138"/>
          </a:solidFill>
          <a:ln>
            <a:solidFill>
              <a:srgbClr val="3E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C"/>
                </a:solidFill>
              </a:defRPr>
            </a:pPr>
            <a:r>
              <a:t>Export</a:t>
            </a:r>
          </a:p>
          <a:p>
            <a:pPr algn="ctr">
              <a:defRPr sz="950">
                <a:solidFill>
                  <a:srgbClr val="B2BBD2"/>
                </a:solidFill>
              </a:defRPr>
            </a:pPr>
            <a:r>
              <a:t>save_pdf()</a:t>
            </a:r>
            <a:br/>
            <a:r>
              <a:t>FPDF →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2BBD2"/>
                </a:solidFill>
              </a:defRPr>
            </a:pPr>
            <a:r>
              <a:t>The architecture separates user interaction, AI generation, image creation, layout assembly and document export into focused modules.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Tools and libraries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0607040" cy="566928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C9B4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173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C"/>
                </a:solidFill>
              </a:defRPr>
            </a:pPr>
            <a:r>
              <a:t>HTML • CSS • Jinja2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Responsive forms and comic preview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75688"/>
            <a:ext cx="10607040" cy="566928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671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C9B4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6712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C"/>
                </a:solidFill>
              </a:defRPr>
            </a:pPr>
            <a:r>
              <a:t>Python •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Routing, validation and workflow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25496"/>
            <a:ext cx="10607040" cy="566928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1693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C9B4"/>
                </a:solidFill>
              </a:defRPr>
            </a:pPr>
            <a:r>
              <a:t>Story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16936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C"/>
                </a:solidFill>
              </a:defRPr>
            </a:pPr>
            <a:r>
              <a:t>Google Gemini Flash / 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1693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Outline, narration and dialogue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75304"/>
            <a:ext cx="10607040" cy="566928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66674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C9B4"/>
                </a:solidFill>
              </a:defRPr>
            </a:pPr>
            <a:r>
              <a:t>Image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66674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C"/>
                </a:solidFill>
              </a:defRPr>
            </a:pPr>
            <a:r>
              <a:t>Stable Diffusion / Diffusers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667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Comic-style panel illustration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25112"/>
            <a:ext cx="10607040" cy="566928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416551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C9B4"/>
                </a:solidFill>
              </a:defRPr>
            </a:pPr>
            <a: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416551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C"/>
                </a:solidFill>
              </a:defRPr>
            </a:pPr>
            <a:r>
              <a:t>FPDF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16551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Multi-page PDF generation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607040" cy="566928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16635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C9B4"/>
                </a:solidFill>
              </a:defRPr>
            </a:pPr>
            <a: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16635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7FC"/>
                </a:solidFill>
              </a:defRPr>
            </a:pPr>
            <a:r>
              <a:t>Pydantic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6635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Structured JSON request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Application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From idea to downloadable comic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1C213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581912"/>
            <a:ext cx="475488" cy="475488"/>
          </a:xfrm>
          <a:prstGeom prst="ellipse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C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81912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C"/>
                </a:solidFill>
              </a:defRPr>
            </a:pPr>
            <a:r>
              <a:t>Enter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Story idea, character, setting, tone, art style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383280" cy="1828800"/>
          </a:xfrm>
          <a:prstGeom prst="roundRect">
            <a:avLst/>
          </a:prstGeom>
          <a:solidFill>
            <a:srgbClr val="1C213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45152" y="1581912"/>
            <a:ext cx="475488" cy="475488"/>
          </a:xfrm>
          <a:prstGeom prst="ellipse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C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581912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C"/>
                </a:solidFill>
              </a:defRPr>
            </a:pPr>
            <a:r>
              <a:t>Generate outline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945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Gemini creates a structured 5-panel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383280" cy="1828800"/>
          </a:xfrm>
          <a:prstGeom prst="roundRect">
            <a:avLst/>
          </a:prstGeom>
          <a:solidFill>
            <a:srgbClr val="1C213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39912" y="1581912"/>
            <a:ext cx="475488" cy="475488"/>
          </a:xfrm>
          <a:prstGeom prst="ellipse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C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581912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C"/>
                </a:solidFill>
              </a:defRPr>
            </a:pPr>
            <a:r>
              <a:t>Generate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Narration and dialogue are produced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39"/>
            <a:ext cx="3383280" cy="1828800"/>
          </a:xfrm>
          <a:prstGeom prst="roundRect">
            <a:avLst/>
          </a:prstGeom>
          <a:solidFill>
            <a:srgbClr val="1C2138"/>
          </a:solidFill>
          <a:ln>
            <a:solidFill>
              <a:srgbClr val="3E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" y="3913631"/>
            <a:ext cx="475488" cy="475488"/>
          </a:xfrm>
          <a:prstGeom prst="ellipse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C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13631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C"/>
                </a:solidFill>
              </a:defRPr>
            </a:pPr>
            <a:r>
              <a:t>Generate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79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Each panel receives a matching illustration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49039"/>
            <a:ext cx="3383280" cy="1828800"/>
          </a:xfrm>
          <a:prstGeom prst="roundRect">
            <a:avLst/>
          </a:prstGeom>
          <a:solidFill>
            <a:srgbClr val="1C2138"/>
          </a:solidFill>
          <a:ln>
            <a:solidFill>
              <a:srgbClr val="3E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45152" y="3913631"/>
            <a:ext cx="475488" cy="475488"/>
          </a:xfrm>
          <a:prstGeom prst="ellipse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C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913631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C"/>
                </a:solidFill>
              </a:defRPr>
            </a:pPr>
            <a:r>
              <a:t>Build layout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526279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Images + text are organized into panel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49039"/>
            <a:ext cx="3383280" cy="1828800"/>
          </a:xfrm>
          <a:prstGeom prst="roundRect">
            <a:avLst/>
          </a:prstGeom>
          <a:solidFill>
            <a:srgbClr val="1C2138"/>
          </a:solidFill>
          <a:ln>
            <a:solidFill>
              <a:srgbClr val="3E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39912" y="3913631"/>
            <a:ext cx="475488" cy="475488"/>
          </a:xfrm>
          <a:prstGeom prst="ellipse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C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913631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C"/>
                </a:solidFill>
              </a:defRPr>
            </a:pPr>
            <a:r>
              <a:t>Export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526279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BBD2"/>
                </a:solidFill>
              </a:defRPr>
            </a:pPr>
            <a:r>
              <a:t>FPDF compiles the final comic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Core Backend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Main Python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5257800" cy="128016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73152" cy="128016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gemini_flash.py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56815"/>
            <a:ext cx="48463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generate_outline() — Creates a structured 5-panel comic outline.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98448"/>
            <a:ext cx="5257800" cy="128016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98448"/>
            <a:ext cx="73152" cy="128016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39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gemini_pro.py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56815"/>
            <a:ext cx="48463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generate_story() — Expands panels into narration and dialogue.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71215"/>
            <a:ext cx="5257800" cy="128016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71215"/>
            <a:ext cx="73152" cy="1280160"/>
          </a:xfrm>
          <a:prstGeom prst="rect">
            <a:avLst/>
          </a:prstGeom>
          <a:solidFill>
            <a:srgbClr val="EC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3580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image_generator.py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29583"/>
            <a:ext cx="48463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generate_image() — Generates and saves panel illustrations.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71215"/>
            <a:ext cx="5257800" cy="128016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871215"/>
            <a:ext cx="73152" cy="128016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3580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layout_builder.py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529583"/>
            <a:ext cx="48463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build_comic_layout() — Matches images with panel text and metadata.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43983"/>
            <a:ext cx="5257800" cy="128016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443983"/>
            <a:ext cx="73152" cy="128016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08575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exporters.py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02351"/>
            <a:ext cx="48463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save_pdf() — Compiles the full comic into a multi-page PDF.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443983"/>
            <a:ext cx="5257800" cy="128016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443983"/>
            <a:ext cx="73152" cy="1280160"/>
          </a:xfrm>
          <a:prstGeom prst="rect">
            <a:avLst/>
          </a:prstGeom>
          <a:solidFill>
            <a:srgbClr val="EC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608575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routes.py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102351"/>
            <a:ext cx="48463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FastAPI routes — Connects forms/API requests to the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FastAPI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How the backend handles 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2743200" cy="640080"/>
          </a:xfrm>
          <a:prstGeom prst="roundRect">
            <a:avLst/>
          </a:prstGeom>
          <a:solidFill>
            <a:srgbClr val="262C4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C"/>
                </a:solidFill>
              </a:defRPr>
            </a:pPr>
            <a:r>
              <a:t>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53312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BBD2"/>
                </a:solidFill>
              </a:defRPr>
            </a:pPr>
            <a:r>
              <a:t>Loads the homepage and comic creation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76272"/>
            <a:ext cx="2743200" cy="640080"/>
          </a:xfrm>
          <a:prstGeom prst="roundRect">
            <a:avLst/>
          </a:prstGeom>
          <a:solidFill>
            <a:srgbClr val="262C4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C"/>
                </a:solidFill>
              </a:defRPr>
            </a:pPr>
            <a:r>
              <a:t>/generate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24942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BBD2"/>
                </a:solidFill>
              </a:defRPr>
            </a:pPr>
            <a:r>
              <a:t>Accepts form fields and runs the complete generation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72384"/>
            <a:ext cx="2743200" cy="640080"/>
          </a:xfrm>
          <a:prstGeom prst="roundRect">
            <a:avLst/>
          </a:prstGeom>
          <a:solidFill>
            <a:srgbClr val="262C4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C"/>
                </a:solidFill>
              </a:defRPr>
            </a:pPr>
            <a:r>
              <a:t>/generate-comic/json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145536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BBD2"/>
                </a:solidFill>
              </a:defRPr>
            </a:pPr>
            <a:r>
              <a:t>Accepts JSON payloads for API-based comic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68496"/>
            <a:ext cx="2743200" cy="640080"/>
          </a:xfrm>
          <a:prstGeom prst="roundRect">
            <a:avLst/>
          </a:prstGeom>
          <a:solidFill>
            <a:srgbClr val="262C4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C"/>
                </a:solidFill>
              </a:defRPr>
            </a:pPr>
            <a:r>
              <a:t>/export-success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041648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BBD2"/>
                </a:solidFill>
              </a:defRPr>
            </a:pPr>
            <a:r>
              <a:t>Shows confirmation after a successful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64608"/>
            <a:ext cx="2743200" cy="640080"/>
          </a:xfrm>
          <a:prstGeom prst="roundRect">
            <a:avLst/>
          </a:prstGeom>
          <a:solidFill>
            <a:srgbClr val="262C48"/>
          </a:solidFill>
          <a:ln>
            <a:solidFill>
              <a:srgbClr val="6F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C"/>
                </a:solidFill>
              </a:defRPr>
            </a:pPr>
            <a:r>
              <a:t>/test-image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937760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BBD2"/>
                </a:solidFill>
              </a:defRPr>
            </a:pPr>
            <a:r>
              <a:t>Developer utility for testing image generation.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Simple input form and comic preview</a:t>
            </a:r>
          </a:p>
        </p:txBody>
      </p:sp>
      <p:pic>
        <p:nvPicPr>
          <p:cNvPr id="6" name="Picture 5" descr="IMG-20260929-WA0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26" y="1234440"/>
            <a:ext cx="2118508" cy="4709160"/>
          </a:xfrm>
          <a:prstGeom prst="rect">
            <a:avLst/>
          </a:prstGeom>
        </p:spPr>
      </p:pic>
      <p:pic>
        <p:nvPicPr>
          <p:cNvPr id="7" name="Picture 6" descr="IMG-20260929-WA0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706" y="1234440"/>
            <a:ext cx="2118508" cy="4709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00600" y="5989320"/>
            <a:ext cx="2560320" cy="347472"/>
          </a:xfrm>
          <a:prstGeom prst="round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C"/>
                </a:solidFill>
              </a:defRPr>
            </a:pPr>
            <a:r>
              <a:t>INPUT +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Generated Comic Panels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Example AI-generated visual storytelling</a:t>
            </a:r>
          </a:p>
        </p:txBody>
      </p:sp>
      <p:pic>
        <p:nvPicPr>
          <p:cNvPr id="6" name="Picture 5" descr="IMG-20260929-WA0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597" y="1234440"/>
            <a:ext cx="2200781" cy="4892040"/>
          </a:xfrm>
          <a:prstGeom prst="rect">
            <a:avLst/>
          </a:prstGeom>
        </p:spPr>
      </p:pic>
      <p:pic>
        <p:nvPicPr>
          <p:cNvPr id="7" name="Picture 6" descr="IMG-20260929-WA00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429" y="1234440"/>
            <a:ext cx="2200781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19963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2BBD2"/>
                </a:solidFill>
              </a:defRPr>
            </a:pPr>
            <a:r>
              <a:t>Each panel combines an AI-generated image with scene description, narration and dialogue.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PDF Export &amp; Success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Turning the comic into a shareable document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132588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32588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Layout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29967"/>
            <a:ext cx="2880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Creates structured panel records containing panel number, title, image path and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291840" cy="132588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73152" cy="132588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3619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FPDF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29967"/>
            <a:ext cx="2880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Places each panel image and narrative content on consecutive PDF pages.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291840" cy="132588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73152" cy="1325880"/>
          </a:xfrm>
          <a:prstGeom prst="rect">
            <a:avLst/>
          </a:prstGeom>
          <a:solidFill>
            <a:srgbClr val="EC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3619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Success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29967"/>
            <a:ext cx="2880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Confirms the export and lets the user start another comic.</a:t>
            </a:r>
          </a:p>
        </p:txBody>
      </p:sp>
      <p:pic>
        <p:nvPicPr>
          <p:cNvPr id="18" name="Picture 17" descr="IMG-20260929-WA0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531" y="2971800"/>
            <a:ext cx="1172378" cy="2606040"/>
          </a:xfrm>
          <a:prstGeom prst="rect">
            <a:avLst/>
          </a:prstGeom>
        </p:spPr>
      </p:pic>
      <p:pic>
        <p:nvPicPr>
          <p:cNvPr id="19" name="Picture 18" descr="IMG-20260929-WA0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051" y="2971800"/>
            <a:ext cx="1172378" cy="2606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Project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What the completed prototype demonstrates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End-to-end AI comic generation from a single user prompt.</a:t>
            </a:r>
          </a:p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Structured storytelling with consistent panel sequencing.</a:t>
            </a:r>
          </a:p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Automated image generation for each comic scene.</a:t>
            </a:r>
          </a:p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Clean web preview for reviewing the generated story.</a:t>
            </a:r>
          </a:p>
          <a:p>
            <a:pPr>
              <a:spcAft>
                <a:spcPts val="1300"/>
              </a:spcAft>
              <a:defRPr sz="1800">
                <a:solidFill>
                  <a:srgbClr val="F5F7FC"/>
                </a:solidFill>
              </a:defRPr>
            </a:pPr>
            <a:r>
              <a:t>• PDF export for offline saving, sharing and printing.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08760"/>
            <a:ext cx="3337560" cy="114300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1508760"/>
            <a:ext cx="73152" cy="1143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673351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6712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One creative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880360"/>
            <a:ext cx="3337560" cy="114300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2880360"/>
            <a:ext cx="73152" cy="1143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0449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AI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53872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Story + images + layout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251960"/>
            <a:ext cx="3337560" cy="114300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4251960"/>
            <a:ext cx="73152" cy="1143000"/>
          </a:xfrm>
          <a:prstGeom prst="rect">
            <a:avLst/>
          </a:prstGeom>
          <a:solidFill>
            <a:srgbClr val="EC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4165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Final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91032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Complete comic +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C"/>
                </a:solidFill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BBD2"/>
                </a:solidFill>
              </a:defRPr>
            </a:pPr>
            <a:r>
              <a:t>Possible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5F7FC"/>
                </a:solidFill>
              </a:defRPr>
            </a:pPr>
            <a:r>
              <a:t>• User accounts and saved comic libraries.</a:t>
            </a:r>
          </a:p>
          <a:p>
            <a:pPr>
              <a:spcAft>
                <a:spcPts val="1300"/>
              </a:spcAft>
              <a:defRPr sz="1700">
                <a:solidFill>
                  <a:srgbClr val="F5F7FC"/>
                </a:solidFill>
              </a:defRPr>
            </a:pPr>
            <a:r>
              <a:t>• Multiple-page story arcs and larger panel counts.</a:t>
            </a:r>
          </a:p>
          <a:p>
            <a:pPr>
              <a:spcAft>
                <a:spcPts val="1300"/>
              </a:spcAft>
              <a:defRPr sz="1700">
                <a:solidFill>
                  <a:srgbClr val="F5F7FC"/>
                </a:solidFill>
              </a:defRPr>
            </a:pPr>
            <a:r>
              <a:t>• More art styles and stronger visual consistency controls.</a:t>
            </a:r>
          </a:p>
          <a:p>
            <a:pPr>
              <a:spcAft>
                <a:spcPts val="1300"/>
              </a:spcAft>
              <a:defRPr sz="1700">
                <a:solidFill>
                  <a:srgbClr val="F5F7FC"/>
                </a:solidFill>
              </a:defRPr>
            </a:pPr>
            <a:r>
              <a:t>• Editing tools for individual panels before export.</a:t>
            </a:r>
          </a:p>
          <a:p>
            <a:pPr>
              <a:spcAft>
                <a:spcPts val="1300"/>
              </a:spcAft>
              <a:defRPr sz="1700">
                <a:solidFill>
                  <a:srgbClr val="F5F7FC"/>
                </a:solidFill>
              </a:defRPr>
            </a:pPr>
            <a:r>
              <a:t>• Cloud storage and sharing links for finished comics.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520440" cy="361188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417320"/>
            <a:ext cx="73152" cy="361188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Scalability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075688"/>
            <a:ext cx="3108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ComicCraft can evolve from a prototype into a full creative platform by adding persistence, richer editing and reusable character/story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118872" cy="68580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685800"/>
            <a:ext cx="1325880" cy="347472"/>
          </a:xfrm>
          <a:prstGeom prst="round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C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7FC"/>
                </a:solidFill>
              </a:defRPr>
            </a:pPr>
            <a:r>
              <a:t>ComicCraft turns imagination into a finished comic.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14600"/>
            <a:ext cx="9966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2BBD2"/>
                </a:solidFill>
              </a:defRPr>
            </a:pPr>
            <a:r>
              <a:t>By combining Gemini-based storytelling, AI image generation, FastAPI backend processing, structured layout and PDF export, the project provides an end-to-end workflow for creating personalized comics.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800600"/>
            <a:ext cx="2971800" cy="91440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4800600"/>
            <a:ext cx="73152" cy="914400"/>
          </a:xfrm>
          <a:prstGeom prst="rect">
            <a:avLst/>
          </a:prstGeom>
          <a:solidFill>
            <a:srgbClr val="6F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496519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Creative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5458968"/>
            <a:ext cx="25603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Prompt → 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4800600"/>
            <a:ext cx="2971800" cy="91440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50208" y="4800600"/>
            <a:ext cx="73152" cy="914400"/>
          </a:xfrm>
          <a:prstGeom prst="rect">
            <a:avLst/>
          </a:prstGeom>
          <a:solidFill>
            <a:srgbClr val="3EC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8" y="496519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Visual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5458968"/>
            <a:ext cx="25603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Story → panels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608" y="4800600"/>
            <a:ext cx="2971800" cy="914400"/>
          </a:xfrm>
          <a:prstGeom prst="roundRect">
            <a:avLst/>
          </a:prstGeom>
          <a:solidFill>
            <a:srgbClr val="1C2138"/>
          </a:solidFill>
          <a:ln>
            <a:solidFill>
              <a:srgbClr val="37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50608" y="4800600"/>
            <a:ext cx="73152" cy="914400"/>
          </a:xfrm>
          <a:prstGeom prst="rect">
            <a:avLst/>
          </a:prstGeom>
          <a:solidFill>
            <a:srgbClr val="EC6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496519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7FC"/>
                </a:solidFill>
              </a:defRPr>
            </a:pPr>
            <a:r>
              <a:t>Deliverable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5458968"/>
            <a:ext cx="25603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B2BBD2"/>
                </a:solidFill>
              </a:defRPr>
            </a:pPr>
            <a:r>
              <a:t>Panels →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2BBD2"/>
                </a:solidFill>
              </a:defRPr>
            </a:pPr>
            <a:r>
              <a:t>ComicCraft • AI Comic Story Creator using Gemini Models    |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